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3EF5-6C95-BA72-C253-9838E1374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3d Horrorová</a:t>
            </a:r>
            <a:br>
              <a:rPr lang="sk-SK" dirty="0"/>
            </a:br>
            <a:r>
              <a:rPr lang="sk-SK" dirty="0"/>
              <a:t>hra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35E66-0133-C33F-56F7-B2E8AC05E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Alex Horváth</a:t>
            </a:r>
          </a:p>
        </p:txBody>
      </p:sp>
    </p:spTree>
    <p:extLst>
      <p:ext uri="{BB962C8B-B14F-4D97-AF65-F5344CB8AC3E}">
        <p14:creationId xmlns:p14="http://schemas.microsoft.com/office/powerpoint/2010/main" val="57742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9C66-A03E-87F0-0848-0CFC128CA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808"/>
          </a:xfrm>
        </p:spPr>
        <p:txBody>
          <a:bodyPr/>
          <a:lstStyle/>
          <a:p>
            <a:r>
              <a:rPr lang="sk-SK" dirty="0"/>
              <a:t> Obsah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DA8D4A9-2C26-A48F-A199-D261AB68E6F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98448" y="1804592"/>
            <a:ext cx="359585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Úvod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sk-SK" altLang="sk-SK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Zdôvodnenie výberu témy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Herné enginy – Porovnanie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Grafické Programy použité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 tvorby herného assetu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Textúrovanie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Animácie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CE3F7D5-05AB-DB83-9663-5EE6B5E6FCB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524625" y="1666094"/>
            <a:ext cx="286488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 Art Document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 dizajn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Interaktívne predmety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 loop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a Menu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Zvuky v hre</a:t>
            </a:r>
            <a:b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Marketingová stratégia</a:t>
            </a:r>
          </a:p>
        </p:txBody>
      </p:sp>
    </p:spTree>
    <p:extLst>
      <p:ext uri="{BB962C8B-B14F-4D97-AF65-F5344CB8AC3E}">
        <p14:creationId xmlns:p14="http://schemas.microsoft.com/office/powerpoint/2010/main" val="648324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2A04-923E-62B6-4AE6-C5ED2CFE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Uvod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DCB1-2BBA-3951-1647-38B50651F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6144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C90DDC-7F6B-3268-086D-EBBEB890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9704"/>
            <a:ext cx="3299579" cy="5577840"/>
          </a:xfrm>
        </p:spPr>
        <p:txBody>
          <a:bodyPr anchor="ctr">
            <a:normAutofit/>
          </a:bodyPr>
          <a:lstStyle/>
          <a:p>
            <a:pPr algn="ctr"/>
            <a:r>
              <a:rPr lang="sk-SK" dirty="0"/>
              <a:t> 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3D8379C-2F5D-0ED5-6EC5-6A7C434958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813345"/>
              </p:ext>
            </p:extLst>
          </p:nvPr>
        </p:nvGraphicFramePr>
        <p:xfrm>
          <a:off x="5158155" y="639705"/>
          <a:ext cx="5992938" cy="5577843"/>
        </p:xfrm>
        <a:graphic>
          <a:graphicData uri="http://schemas.openxmlformats.org/drawingml/2006/table">
            <a:tbl>
              <a:tblPr/>
              <a:tblGrid>
                <a:gridCol w="1262400">
                  <a:extLst>
                    <a:ext uri="{9D8B030D-6E8A-4147-A177-3AD203B41FA5}">
                      <a16:colId xmlns:a16="http://schemas.microsoft.com/office/drawing/2014/main" val="1827272654"/>
                    </a:ext>
                  </a:extLst>
                </a:gridCol>
                <a:gridCol w="1598622">
                  <a:extLst>
                    <a:ext uri="{9D8B030D-6E8A-4147-A177-3AD203B41FA5}">
                      <a16:colId xmlns:a16="http://schemas.microsoft.com/office/drawing/2014/main" val="1159237421"/>
                    </a:ext>
                  </a:extLst>
                </a:gridCol>
                <a:gridCol w="1498222">
                  <a:extLst>
                    <a:ext uri="{9D8B030D-6E8A-4147-A177-3AD203B41FA5}">
                      <a16:colId xmlns:a16="http://schemas.microsoft.com/office/drawing/2014/main" val="1752869592"/>
                    </a:ext>
                  </a:extLst>
                </a:gridCol>
                <a:gridCol w="1633694">
                  <a:extLst>
                    <a:ext uri="{9D8B030D-6E8A-4147-A177-3AD203B41FA5}">
                      <a16:colId xmlns:a16="http://schemas.microsoft.com/office/drawing/2014/main" val="1757130994"/>
                    </a:ext>
                  </a:extLst>
                </a:gridCol>
              </a:tblGrid>
              <a:tr h="5346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 dirty="0">
                          <a:effectLst/>
                          <a:latin typeface="Arial" panose="020B0604020202020204" pitchFamily="34" charset="0"/>
                        </a:rPr>
                        <a:t>Funkcia / Engine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1" i="0" u="none" strike="noStrike">
                          <a:effectLst/>
                          <a:latin typeface="Arial" panose="020B0604020202020204" pitchFamily="34" charset="0"/>
                        </a:rPr>
                        <a:t>Unity</a:t>
                      </a: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1" i="0" u="none" strike="noStrike">
                          <a:effectLst/>
                          <a:latin typeface="Arial" panose="020B0604020202020204" pitchFamily="34" charset="0"/>
                        </a:rPr>
                        <a:t>Unreal Engine</a:t>
                      </a: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1" i="0" u="none" strike="noStrike">
                          <a:effectLst/>
                          <a:latin typeface="Arial" panose="020B0604020202020204" pitchFamily="34" charset="0"/>
                        </a:rPr>
                        <a:t>Godot</a:t>
                      </a: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05293"/>
                  </a:ext>
                </a:extLst>
              </a:tr>
              <a:tr h="751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1" i="0" u="none" strike="noStrike">
                          <a:effectLst/>
                          <a:latin typeface="Arial" panose="020B0604020202020204" pitchFamily="34" charset="0"/>
                        </a:rPr>
                        <a:t>+ Výhody</a:t>
                      </a: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Veľká komunita a dokumentácia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Špičková grafika (real-time rendering)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Open-source a ľahký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683216"/>
                  </a:ext>
                </a:extLst>
              </a:tr>
              <a:tr h="968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sk-SK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0" i="0" u="none" strike="noStrike">
                          <a:effectLst/>
                          <a:latin typeface="Arial" panose="020B0604020202020204" pitchFamily="34" charset="0"/>
                        </a:rPr>
                        <a:t>• Podpora 2D aj 3D hier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0" i="0" u="none" strike="noStrike">
                          <a:effectLst/>
                          <a:latin typeface="Arial" panose="020B0604020202020204" pitchFamily="34" charset="0"/>
                        </a:rPr>
                        <a:t>• Pokročilé nástroje pre animácie a efekty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Jednoduché UI a ľahká prispôsobiteľnosť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365319"/>
                  </a:ext>
                </a:extLst>
              </a:tr>
              <a:tr h="751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sk-SK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Množstvo assetov v Asset Store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Blueprinty – vizuálne skriptovanie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Rýchle zostavenie menších projektov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765019"/>
                  </a:ext>
                </a:extLst>
              </a:tr>
              <a:tr h="5346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0" i="0" u="none" strike="noStrike">
                          <a:effectLst/>
                          <a:latin typeface="Arial" panose="020B0604020202020204" pitchFamily="34" charset="0"/>
                        </a:rPr>
                        <a:t>• Funguje dobre aj na slabších PC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Vhodný pre AAA tituly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Veľmi malý inštalačný balík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282713"/>
                  </a:ext>
                </a:extLst>
              </a:tr>
              <a:tr h="751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1" i="0" u="none" strike="noStrike">
                          <a:effectLst/>
                          <a:latin typeface="Arial" panose="020B0604020202020204" pitchFamily="34" charset="0"/>
                        </a:rPr>
                        <a:t>– Nevýhody</a:t>
                      </a: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Mierne horšia kvalita grafiky než Unreal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Veľká hardvérová náročnosť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Slabšia 3D podpora ako Unity/Unreal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069058"/>
                  </a:ext>
                </a:extLst>
              </a:tr>
              <a:tr h="5346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0" i="0" u="none" strike="noStrike">
                          <a:effectLst/>
                          <a:latin typeface="Arial" panose="020B0604020202020204" pitchFamily="34" charset="0"/>
                        </a:rPr>
                        <a:t>• Niektoré funkcie sú za poplatok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Strmšia krivka učenia pre C++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400" b="0" i="0" u="none" strike="noStrike">
                          <a:effectLst/>
                          <a:latin typeface="Arial" panose="020B0604020202020204" pitchFamily="34" charset="0"/>
                        </a:rPr>
                        <a:t>• Menšia komunita a menej assetov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016992"/>
                  </a:ext>
                </a:extLst>
              </a:tr>
              <a:tr h="7514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sk-SK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0" i="0" u="none" strike="noStrike">
                          <a:effectLst/>
                          <a:latin typeface="Arial" panose="020B0604020202020204" pitchFamily="34" charset="0"/>
                        </a:rPr>
                        <a:t>• V minulosti kritika za zmeny v licenciách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>
                          <a:effectLst/>
                          <a:latin typeface="Arial" panose="020B0604020202020204" pitchFamily="34" charset="0"/>
                        </a:rPr>
                        <a:t>• Veľký projekt môže byť ťažko optimalizovaný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400" b="0" i="0" u="none" strike="noStrike" dirty="0">
                          <a:effectLst/>
                          <a:latin typeface="Arial" panose="020B0604020202020204" pitchFamily="34" charset="0"/>
                        </a:rPr>
                        <a:t>• Nevhodný pre náročné grafické projekty</a:t>
                      </a:r>
                    </a:p>
                  </a:txBody>
                  <a:tcPr marL="72252" marR="72252" marT="36126" marB="36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285427"/>
                  </a:ext>
                </a:extLst>
              </a:tr>
            </a:tbl>
          </a:graphicData>
        </a:graphic>
      </p:graphicFrame>
      <p:sp>
        <p:nvSpPr>
          <p:cNvPr id="8" name="AutoShape 6">
            <a:extLst>
              <a:ext uri="{FF2B5EF4-FFF2-40B4-BE49-F238E27FC236}">
                <a16:creationId xmlns:a16="http://schemas.microsoft.com/office/drawing/2014/main" id="{3EF7E951-5409-4D5B-149F-40BACF2CEC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7384" y="4428744"/>
            <a:ext cx="195986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295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1FD3-4CCA-BB59-476B-63B69AC5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Vizualné Prostredie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E267B-525A-AD14-D4DD-8A5B92AC3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Štýl: semi realisticky 3D</a:t>
            </a:r>
          </a:p>
          <a:p>
            <a:endParaRPr lang="sk-SK" dirty="0"/>
          </a:p>
          <a:p>
            <a:r>
              <a:rPr lang="sk-SK" dirty="0"/>
              <a:t>Blender:</a:t>
            </a:r>
          </a:p>
          <a:p>
            <a:r>
              <a:rPr lang="sk-SK" dirty="0"/>
              <a:t>Substancepainter</a:t>
            </a:r>
          </a:p>
          <a:p>
            <a:r>
              <a:rPr lang="sk-SK" dirty="0"/>
              <a:t>Krita</a:t>
            </a:r>
          </a:p>
        </p:txBody>
      </p:sp>
    </p:spTree>
    <p:extLst>
      <p:ext uri="{BB962C8B-B14F-4D97-AF65-F5344CB8AC3E}">
        <p14:creationId xmlns:p14="http://schemas.microsoft.com/office/powerpoint/2010/main" val="21712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B8EB-27D6-6DCA-4FE0-93B37F09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Proces Tvorby Herneho assetu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120D9-614A-4CB0-B6EE-C36CBCF7C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Zakladne tvary – sculpting – retopology –Rigging (ak Objekt neni statický)-Uv unwrap</a:t>
            </a:r>
          </a:p>
          <a:p>
            <a:pPr marL="0" indent="0">
              <a:buNone/>
            </a:pPr>
            <a:r>
              <a:rPr lang="sk-SK" dirty="0"/>
              <a:t>-Kontrola normals a scalu – export – program na texturovanie</a:t>
            </a:r>
          </a:p>
        </p:txBody>
      </p:sp>
    </p:spTree>
    <p:extLst>
      <p:ext uri="{BB962C8B-B14F-4D97-AF65-F5344CB8AC3E}">
        <p14:creationId xmlns:p14="http://schemas.microsoft.com/office/powerpoint/2010/main" val="280543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29B3-C550-A06F-7D23-810F0477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Texturovanie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3CE2D-1D8D-07C5-8FE6-1DC5A5505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 Substance painteri vybakujeme model , pridavame materialy,masky,filtre,kreslíme dokým model nevyzerá podla predstavy –&gt; export textur do formátu pre unity (HDRP)</a:t>
            </a:r>
          </a:p>
        </p:txBody>
      </p:sp>
    </p:spTree>
    <p:extLst>
      <p:ext uri="{BB962C8B-B14F-4D97-AF65-F5344CB8AC3E}">
        <p14:creationId xmlns:p14="http://schemas.microsoft.com/office/powerpoint/2010/main" val="25562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0035-2D91-36EA-F357-7D7C8605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Animacie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903A-967D-7094-4FAC-F5BE7655D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Vytvorenie Kostry </a:t>
            </a:r>
          </a:p>
          <a:p>
            <a:r>
              <a:rPr lang="sk-SK" dirty="0"/>
              <a:t>Priradenie kostry k modelu</a:t>
            </a:r>
          </a:p>
          <a:p>
            <a:r>
              <a:rPr lang="sk-SK" dirty="0"/>
              <a:t>Wightpaint</a:t>
            </a:r>
          </a:p>
          <a:p>
            <a:r>
              <a:rPr lang="sk-SK" dirty="0"/>
              <a:t>Potom animujeme pomocov hybania kostier</a:t>
            </a:r>
          </a:p>
        </p:txBody>
      </p:sp>
    </p:spTree>
    <p:extLst>
      <p:ext uri="{BB962C8B-B14F-4D97-AF65-F5344CB8AC3E}">
        <p14:creationId xmlns:p14="http://schemas.microsoft.com/office/powerpoint/2010/main" val="114556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B012-8DC3-0C2F-57F3-AD9DE3BC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329-8255-2EE4-671B-A3E9B0EB6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299522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{80243212-BEB8-47B3-BEE7-A1387C29DFE5}tf10001105</Template>
  <TotalTime>88</TotalTime>
  <Words>278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Franklin Gothic Book</vt:lpstr>
      <vt:lpstr>Crop</vt:lpstr>
      <vt:lpstr>3d Horrorová hra</vt:lpstr>
      <vt:lpstr> Obsah</vt:lpstr>
      <vt:lpstr>Uvod</vt:lpstr>
      <vt:lpstr>  </vt:lpstr>
      <vt:lpstr>Vizualné Prostredie</vt:lpstr>
      <vt:lpstr>Proces Tvorby Herneho assetu</vt:lpstr>
      <vt:lpstr>Texturovanie</vt:lpstr>
      <vt:lpstr>Animacie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Horvath Alex</dc:creator>
  <cp:lastModifiedBy>Horvath Alex</cp:lastModifiedBy>
  <cp:revision>1</cp:revision>
  <dcterms:created xsi:type="dcterms:W3CDTF">2025-05-02T15:58:34Z</dcterms:created>
  <dcterms:modified xsi:type="dcterms:W3CDTF">2025-05-02T17:26:43Z</dcterms:modified>
</cp:coreProperties>
</file>